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5568" y="1051560"/>
            <a:ext cx="4480560" cy="384048"/>
          </a:xfrm>
          <a:prstGeom prst="roundRect">
            <a:avLst>
              <a:gd name="adj" fmla="val 50000"/>
            </a:avLst>
          </a:prstGeom>
          <a:solidFill>
            <a:srgbClr val="7C83FF">
              <a:alpha val="15000"/>
            </a:srgbClr>
          </a:solidFill>
          <a:ln w="12700">
            <a:solidFill>
              <a:srgbClr val="7C8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55568" y="105156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7C8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NEURALSCHED · ADDITIONAL 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72865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Envelope
</a:t>
            </a:r>
            <a:pPr algn="ctr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Shadow Test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984248" y="3794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5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 new AI GPU scheduler </a:t>
            </a:r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itself before it controls real jobs.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9893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ShadowForge  ·  Daffodil International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20624" cy="420624"/>
          </a:xfrm>
          <a:prstGeom prst="ellipse">
            <a:avLst/>
          </a:prstGeom>
          <a:solidFill>
            <a:srgbClr val="7C8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669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15568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5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SmartPack (GNN + PPO) is a powerful new scheduler — but unproven. Letting it place real jobs on day one is a risk.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 wrap it in a safety layer.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94415" cy="1170432"/>
          </a:xfrm>
          <a:prstGeom prst="roundRect">
            <a:avLst>
              <a:gd name="adj" fmla="val 7813"/>
            </a:avLst>
          </a:prstGeom>
          <a:solidFill>
            <a:srgbClr val="10121E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560320"/>
            <a:ext cx="347472" cy="3474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258568"/>
            <a:ext cx="9997135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Envelope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5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limits it may never break: max node temperature and max job wait time. Breaking actions are rejected.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1094415" cy="1170432"/>
          </a:xfrm>
          <a:prstGeom prst="roundRect">
            <a:avLst>
              <a:gd name="adj" fmla="val 7813"/>
            </a:avLst>
          </a:prstGeom>
          <a:solidFill>
            <a:srgbClr val="10121E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3931920"/>
            <a:ext cx="347472" cy="3474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630168"/>
            <a:ext cx="9997135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Test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5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beside FIFO on the same jobs, compare completions and failures — without ever applying its choice.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94415" cy="1170432"/>
          </a:xfrm>
          <a:prstGeom prst="roundRect">
            <a:avLst>
              <a:gd name="adj" fmla="val 7813"/>
            </a:avLst>
          </a:prstGeom>
          <a:solidFill>
            <a:srgbClr val="10121E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5303520"/>
            <a:ext cx="347472" cy="347472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5001768"/>
            <a:ext cx="9997135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Log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5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rejected action logged in one sentence, naming the exact limit it broke.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84168" y="548640"/>
            <a:ext cx="4023360" cy="384048"/>
          </a:xfrm>
          <a:prstGeom prst="roundRect">
            <a:avLst>
              <a:gd name="adj" fmla="val 50000"/>
            </a:avLst>
          </a:prstGeom>
          <a:solidFill>
            <a:srgbClr val="7C83FF">
              <a:alpha val="15000"/>
            </a:srgbClr>
          </a:solidFill>
          <a:ln w="12700">
            <a:solidFill>
              <a:srgbClr val="7C8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84168" y="5486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7C8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DESIGN CHOICE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645920" y="1371600"/>
            <a:ext cx="8899855" cy="1965960"/>
          </a:xfrm>
          <a:prstGeom prst="roundRect">
            <a:avLst>
              <a:gd name="adj" fmla="val 4651"/>
            </a:avLst>
          </a:prstGeom>
          <a:solidFill>
            <a:srgbClr val="1518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12344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7C83FF">
                    <a:alpha val="65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2103120" y="1600200"/>
            <a:ext cx="7985455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500" b="1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SmartPack runs in shadow mode. It must prove itself before it controls real jobs.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5364328" cy="1737360"/>
          </a:xfrm>
          <a:prstGeom prst="roundRect">
            <a:avLst>
              <a:gd name="adj" fmla="val 5263"/>
            </a:avLst>
          </a:prstGeom>
          <a:solidFill>
            <a:srgbClr val="10121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23360"/>
            <a:ext cx="4724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4526280"/>
            <a:ext cx="47242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A5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only executor — it places every real job, no exceptions.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78728" y="3794760"/>
            <a:ext cx="5364328" cy="1737360"/>
          </a:xfrm>
          <a:prstGeom prst="roundRect">
            <a:avLst>
              <a:gd name="adj" fmla="val 5263"/>
            </a:avLst>
          </a:prstGeom>
          <a:solidFill>
            <a:srgbClr val="10121E"/>
          </a:solidFill>
          <a:ln w="12700">
            <a:solidFill>
              <a:srgbClr val="7C8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98768" y="4023360"/>
            <a:ext cx="4724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8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SmartPack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98768" y="4526280"/>
            <a:ext cx="47242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A5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observed, never obeyed — its choice is scored, then thrown away.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20624" cy="420624"/>
          </a:xfrm>
          <a:prstGeom prst="ellipse">
            <a:avLst/>
          </a:prstGeom>
          <a:solidFill>
            <a:srgbClr val="7C8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15568" y="438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one job flows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46608" y="182880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10121E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768" y="1828800"/>
            <a:ext cx="2057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arrives
</a:t>
            </a:r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or simulated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78328" y="1828800"/>
            <a:ext cx="457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8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35528" y="182880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10121E"/>
          </a:solidFill>
          <a:ln w="12700">
            <a:solidFill>
              <a:srgbClr val="7C8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2688" y="1828800"/>
            <a:ext cx="2057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SmartPack
</a:t>
            </a:r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67248" y="1828800"/>
            <a:ext cx="457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8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324448" y="182880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10121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1608" y="1828800"/>
            <a:ext cx="2057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check
</a:t>
            </a:r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temp? wait?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56168" y="1828800"/>
            <a:ext cx="457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8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9113368" y="182880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10121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50528" y="1828800"/>
            <a:ext cx="2057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log
</a:t>
            </a:r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breaks a limit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31089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SmartPack's path is scored and then discarded — it never reaches the cluster.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10121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6052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places the </a:t>
            </a:r>
            <a:pPr algn="ctr" indent="0" marL="0">
              <a:buNone/>
            </a:pPr>
            <a:r>
              <a:rPr lang="en-US" sz="2000" b="1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job  →  cluster actually runs it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" y="5276088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5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path never touches the cluster. Only FIFO's path does.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20624" cy="420624"/>
          </a:xfrm>
          <a:prstGeom prst="ellipse">
            <a:avLst/>
          </a:prstGeom>
          <a:solidFill>
            <a:srgbClr val="7C8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15568" y="438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shadow scoreboard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64328" cy="4572000"/>
          </a:xfrm>
          <a:prstGeom prst="roundRect">
            <a:avLst>
              <a:gd name="adj" fmla="val 2000"/>
            </a:avLst>
          </a:prstGeom>
          <a:solidFill>
            <a:srgbClr val="10121E"/>
          </a:solidFill>
          <a:ln w="12700">
            <a:solidFill>
              <a:srgbClr val="7C8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2621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SmartPack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61208" y="173736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7C83FF">
              <a:alpha val="15000"/>
            </a:srgbClr>
          </a:solidFill>
          <a:ln w="12700">
            <a:solidFill>
              <a:srgbClr val="7C8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61208" y="17373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7C8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ONLY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154426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14400" y="3474720"/>
            <a:ext cx="15442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58669" y="2560320"/>
            <a:ext cx="154426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458669" y="3474720"/>
            <a:ext cx="15442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02938" y="2560320"/>
            <a:ext cx="154426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002938" y="3474720"/>
            <a:ext cx="15442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297680"/>
            <a:ext cx="46328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5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numbers. A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5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action is a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risk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5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a failure.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78728" y="1417320"/>
            <a:ext cx="5364328" cy="4572000"/>
          </a:xfrm>
          <a:prstGeom prst="roundRect">
            <a:avLst>
              <a:gd name="adj" fmla="val 2000"/>
            </a:avLst>
          </a:prstGeom>
          <a:solidFill>
            <a:srgbClr val="10121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4488" y="1737360"/>
            <a:ext cx="2621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991295" y="173736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91295" y="17373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EXECUTOR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44488" y="2560320"/>
            <a:ext cx="23164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644488" y="347472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60891" y="2560320"/>
            <a:ext cx="23164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8960891" y="347472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44488" y="4297680"/>
            <a:ext cx="46328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5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numbers. No “blocked” — FIFO is the baseline that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runs.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20624" cy="420624"/>
          </a:xfrm>
          <a:prstGeom prst="ellipse">
            <a:avLst/>
          </a:prstGeom>
          <a:solidFill>
            <a:srgbClr val="7C8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15568" y="438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visible &amp; honest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64328" cy="1783080"/>
          </a:xfrm>
          <a:prstGeom prst="roundRect">
            <a:avLst>
              <a:gd name="adj" fmla="val 5128"/>
            </a:avLst>
          </a:prstGeom>
          <a:solidFill>
            <a:srgbClr val="10121E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709928"/>
            <a:ext cx="420624" cy="420624"/>
          </a:xfrm>
          <a:prstGeom prst="ellipse">
            <a:avLst/>
          </a:prstGeom>
          <a:solidFill>
            <a:srgbClr val="7C83FF"/>
          </a:solidFill>
          <a:ln/>
        </p:spPr>
      </p:sp>
      <p:sp>
        <p:nvSpPr>
          <p:cNvPr id="7" name="Text 5"/>
          <p:cNvSpPr/>
          <p:nvPr/>
        </p:nvSpPr>
        <p:spPr>
          <a:xfrm>
            <a:off x="1444752" y="1636776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Live-adjustable limits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46328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5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 slider to tighten a rule and watch blocked actions climb in real time.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78728" y="1417320"/>
            <a:ext cx="5364328" cy="1783080"/>
          </a:xfrm>
          <a:prstGeom prst="roundRect">
            <a:avLst>
              <a:gd name="adj" fmla="val 5128"/>
            </a:avLst>
          </a:prstGeom>
          <a:solidFill>
            <a:srgbClr val="10121E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71336" y="1709928"/>
            <a:ext cx="420624" cy="42062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7174840" y="1636776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“Force a block” button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44488" y="2286000"/>
            <a:ext cx="46328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5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a rejection on demand for the demo.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5364328" cy="1783080"/>
          </a:xfrm>
          <a:prstGeom prst="roundRect">
            <a:avLst>
              <a:gd name="adj" fmla="val 5128"/>
            </a:avLst>
          </a:prstGeom>
          <a:solidFill>
            <a:srgbClr val="10121E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767328"/>
            <a:ext cx="420624" cy="42062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1444752" y="3694176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+ synthetic jobs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" y="4343400"/>
            <a:ext cx="46328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5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test; every synthetic job is flagged simulated so nothing is faked as real load.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78728" y="3474720"/>
            <a:ext cx="5364328" cy="1783080"/>
          </a:xfrm>
          <a:prstGeom prst="roundRect">
            <a:avLst>
              <a:gd name="adj" fmla="val 5128"/>
            </a:avLst>
          </a:prstGeom>
          <a:solidFill>
            <a:srgbClr val="10121E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71336" y="3767328"/>
            <a:ext cx="420624" cy="42062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7174840" y="3694176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Safety dashboard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44488" y="4343400"/>
            <a:ext cx="46328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5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shown on a dedicated page — nothing hidden in the background.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20624" cy="420624"/>
          </a:xfrm>
          <a:prstGeom prst="ellipse">
            <a:avLst/>
          </a:prstGeom>
          <a:solidFill>
            <a:srgbClr val="7C8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▷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15568" y="39319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verify it in 5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84048" cy="384048"/>
          </a:xfrm>
          <a:prstGeom prst="ellipse">
            <a:avLst/>
          </a:prstGeom>
          <a:solidFill>
            <a:srgbClr val="7C83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188720"/>
            <a:ext cx="1052748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A5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Safety page — two scoreboards; only the agent has a “Blocked” count.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1911096"/>
            <a:ext cx="384048" cy="384048"/>
          </a:xfrm>
          <a:prstGeom prst="ellipse">
            <a:avLst/>
          </a:prstGeom>
          <a:solidFill>
            <a:srgbClr val="7C83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11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1865376"/>
            <a:ext cx="1052748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A5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real job → response reads “Placed by FIFO (agent ran in shadow).”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48640" y="2587752"/>
            <a:ext cx="384048" cy="38404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87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15568" y="2542032"/>
            <a:ext cx="1052748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A5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Force a block → a red one-sentence entry appears in the log.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3264408"/>
            <a:ext cx="384048" cy="384048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64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5568" y="3218688"/>
            <a:ext cx="1052748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A5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 temperature slider down → blocked count rises live.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48640" y="3941064"/>
            <a:ext cx="384048" cy="38404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41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5568" y="3895344"/>
            <a:ext cx="1052748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A5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the Blocked Log — each line names the exact limit broken.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15182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7548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Scripted end-to-end run: 16 / 16 checks passing against the live API.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07128" y="10058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7C83FF">
              <a:alpha val="15000"/>
            </a:srgbClr>
          </a:solidFill>
          <a:ln w="12700">
            <a:solidFill>
              <a:srgbClr val="7C8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07128" y="10058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7C8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72865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run  ·  Source  ·  Design note  ·  Slides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84248" y="2880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5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Phase-1 </a:t>
            </a:r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SmartPack vs FIFO</a:t>
            </a:r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5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widget with a real safety cage and an honest “never applied” guarantee.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 it before you trust it.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2026-07-25T07:12:50Z</dcterms:created>
  <dcterms:modified xsi:type="dcterms:W3CDTF">2026-07-25T07:12:50Z</dcterms:modified>
</cp:coreProperties>
</file>